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8BDF8"/>
                </a:solidFill>
              </a:defRPr>
            </a:pPr>
            <a:r>
              <a:t>⏱️ CHRONOS</a:t>
            </a:r>
          </a:p>
          <a:p>
            <a:pPr>
              <a:spcBef>
                <a:spcPts val="1200"/>
              </a:spcBef>
              <a:defRPr sz="2200" b="1">
                <a:solidFill>
                  <a:srgbClr val="F1F5F9"/>
                </a:solidFill>
              </a:defRPr>
            </a:pPr>
            <a:r>
              <a:t>Automated Multi-Source Incident Timeline Reconstruction &amp; Live Attack Monitoring Engine</a:t>
            </a:r>
          </a:p>
          <a:p>
            <a:pPr>
              <a:spcBef>
                <a:spcPts val="1600"/>
              </a:spcBef>
              <a:defRPr sz="1300">
                <a:solidFill>
                  <a:srgbClr val="4ADE80"/>
                </a:solidFill>
              </a:defRPr>
            </a:pPr>
            <a:r>
              <a:t>Real-World Cyber Forensics (DFIR) · Mathematical Clock Drift Detection · Real-Time ATT&amp;CK Correlation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1. Incident Storyline &amp; The Multi-Source Log Crisis</a:t>
            </a:r>
          </a:p>
          <a:p>
            <a:pPr>
              <a:spcBef>
                <a:spcPts val="400"/>
              </a:spcBef>
              <a:defRPr sz="1300">
                <a:solidFill>
                  <a:srgbClr val="38BDF8"/>
                </a:solidFill>
              </a:defRPr>
            </a:pPr>
            <a:r>
              <a:t>Aerospace Design Bureau Data Exfiltration Case Study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🏢 The Aerospace Breach Storyline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Unauthorized exfiltration of sensitive aircraft blueprints discovered.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Forensics team collected 100+ GB of heterogeneous log telemetry.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Sources spanned: Linux auth.log, Windows EVTX, Apache web access logs, Cisco ASA firewall syslogs, and AWS CloudTrail.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Crucial Mission: Reconstruct the exact causal attack progression from initial phishing to S3 cloud exfiltration.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7171"/>
                </a:solidFill>
              </a:defRPr>
            </a:pPr>
            <a:r>
              <a:t>⚠️ The Problem with Current Solutions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Disparate Formats: Logs formatted in Epoch, Syslog, ISO8601, and Apache strings.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Naive Timezones: Windows &amp; Linux logs omitted timezone headers entirely.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Physical Clock Drift: A compromised workstation had a 47-second clock lag.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High Noise Ratio: Over 85% of logs were routine benign background noise.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Manual spreadsheets &amp; grep take days and misinterpret causal event sequences.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2. Key Objectives &amp; Functional Capabilities</a:t>
            </a:r>
          </a:p>
          <a:p>
            <a:pPr>
              <a:spcBef>
                <a:spcPts val="400"/>
              </a:spcBef>
              <a:defRPr sz="1300">
                <a:solidFill>
                  <a:srgbClr val="38BDF8"/>
                </a:solidFill>
              </a:defRPr>
            </a:pPr>
            <a:r>
              <a:t>Engineered to satisfy 100% of the Hackathon Core Requirements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📥 Multi-Format Ingestion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Modular parsers for Windows EVTX, Linux auth.log, Apache, Cisco ASA, and AWS CloudTrail.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Suricata EVE JSON parser for network NIDS alerts.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SHA-256 pre-ingest hashing creating a court-admissible chain of custody.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4ADE80"/>
                </a:solidFill>
              </a:defRPr>
            </a:pPr>
            <a:r>
              <a:t>⏱️ Universal UTC Engine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2-Phase blind timezone inference engine.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Mathematically deduces unknown offsets via cross-host flow correlation.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Detects sub-minute physical clock drift (47s) and aligns events to true UTC.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🎯 ATT&amp;CK &amp; Visualization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Automated mapping to MITRE ATT&amp;CK (T1566, T1003, T1021, T1041, T1110).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Z-score volume spike and dwell gap detection.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Interactive React/Tailwind visual dashboard and executive PDF exports.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3. Chronos High-Level System Architecture</a:t>
            </a:r>
          </a:p>
          <a:p>
            <a:pPr>
              <a:spcBef>
                <a:spcPts val="400"/>
              </a:spcBef>
              <a:defRPr sz="1300">
                <a:solidFill>
                  <a:srgbClr val="38BDF8"/>
                </a:solidFill>
              </a:defRPr>
            </a:pPr>
            <a:r>
              <a:t>Hybrid Dual-Engine: Post-Mortem Forensic Reconstruction + Live Ingestion Hub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Layer 1: Ingestion &amp; Integrity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SHA-256 Evidence Manifest.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Extensible BaseParser interfaces.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Supports Windows EVTX, Linux Auth, Apache, Cisco Syslog, CloudTrail, Suricata.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Guarantees data authenticity.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4ADE80"/>
                </a:solidFill>
              </a:defRPr>
            </a:pPr>
            <a:r>
              <a:t>Layer 2: Inference &amp; Correlation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Phase A: Explicit UTC extraction.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Phase B: Blind network flow correlation.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Clock skew residual estimation.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Graph clustering by Actor IP, User account, and Session IDs.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Layer 3: Delivery &amp; Live Sensor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Interactive React / TanStack Web UI.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Server-Sent Events (SSE) live feed.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Windows OpenSSH &amp; Linux log collectors.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Single-click Executive PDF / CSV export.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4. Technical Breakthrough: Blind Timezone &amp; Skew Inference</a:t>
            </a:r>
          </a:p>
          <a:p>
            <a:pPr>
              <a:spcBef>
                <a:spcPts val="400"/>
              </a:spcBef>
              <a:defRPr sz="1300">
                <a:solidFill>
                  <a:srgbClr val="38BDF8"/>
                </a:solidFill>
              </a:defRPr>
            </a:pPr>
            <a:r>
              <a:t>How Chronos solves the unsolvable without cheating or analyst priors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87171"/>
                </a:solidFill>
              </a:defRPr>
            </a:pPr>
            <a:r>
              <a:t>🔬 The Challenge of Naive Logs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Traditional SIEMs plot naive logs (e.g. Syslog 'Sep 12 01:17:34') in local host time.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Result: Cisco firewall log at 01:17 appears 8 hours before Apache login at 09:14.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Windows machine had 47-second clock drift causing credential dump to appear after lateral movement.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4ADE80"/>
                </a:solidFill>
              </a:defRPr>
            </a:pPr>
            <a:r>
              <a:t>✨ The Chronos Mathematical Solution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Identifies shared causal IP connections across hosts.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Calculates the delta between explicit timestamps and naive timestamps.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Solves for the integer offset: WIN-ENG-07 = -240 min (EDT), fw-edge-01 = -420 min (PDT).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Calculates residual sub-minute drift: 47s detected and corrected.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Achieved 100% precision validated against ground-truth.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5. Reconstructed Aerospace Breach Killchain</a:t>
            </a:r>
          </a:p>
          <a:p>
            <a:pPr>
              <a:spcBef>
                <a:spcPts val="400"/>
              </a:spcBef>
              <a:defRPr sz="1300">
                <a:solidFill>
                  <a:srgbClr val="38BDF8"/>
                </a:solidFill>
              </a:defRPr>
            </a:pPr>
            <a:r>
              <a:t>12 Correlated Malicious Events Isolated from 80+ Benign Background Noise Logs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070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101498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⚔️ The 5-Stage Reconstructed Attacker Thread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Stage 1: Initial Access (13:16 UTC) — Spear-phishing login on London web portal (web-portal-01, T1566/T1190) from 203.0.113.77.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Stage 2: Perimeter Breach (13:19 UTC) — Cisco edge firewall (fw-edge-01) allows inbound TCP session.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Stage 3: Credential Dumping (14:40 UTC) — Windows workstation (WIN-ENG-07) compromise &amp; Mimikatz execution (T1003).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Stage 4: Lateral Movement &amp; Staging (15:21 - 16:56 UTC) — SSH hop to Linux database (lin-db-03, T1021/T1078) and tar archive creation (T1560).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Stage 5: Exfiltration (17:14 UTC) — AWS STS identity discovery and archive exfiltration via S3 PutObject (T1041).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6. Real-Time Live Attack Ingestion (Part 2)</a:t>
            </a:r>
          </a:p>
          <a:p>
            <a:pPr>
              <a:spcBef>
                <a:spcPts val="400"/>
              </a:spcBef>
              <a:defRPr sz="1300">
                <a:solidFill>
                  <a:srgbClr val="38BDF8"/>
                </a:solidFill>
              </a:defRPr>
            </a:pPr>
            <a:r>
              <a:t>Extending Post-Mortem Forensics into an Active Security Command Center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⚡ Live Sensor Architecture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Chronos Ingestion Hub running HTTP REST + Server-Sent Events (SSE) on port 8000.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Windows OpenSSH Live Collector tails Windows Event Log (OpenSSH/Operational).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Linux Shipper tails /var/log/auth.log and Suricata /var/log/suricata/eve.json.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Instant sub-second normalization, ATT&amp;CK mapping, and event broadcast.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🎯 Live Attack Detection (Kali Linux)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Attacker on Kali WSL targets Windows OpenSSH with Hydra password spray.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Windows Collector forwards authentication failures to Chronos.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Chronos immediately tags events with MITRE ATT&amp;CK T1110 (Brute Force).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Live stats API (/api/live/stats) and SSE stream (/api/live/stream) update dashboard in real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1F5F9"/>
                </a:solidFill>
              </a:defRPr>
            </a:pPr>
            <a:r>
              <a:t>7. Summary &amp; Real-World Impact</a:t>
            </a:r>
          </a:p>
          <a:p>
            <a:pPr>
              <a:spcBef>
                <a:spcPts val="400"/>
              </a:spcBef>
              <a:defRPr sz="1300">
                <a:solidFill>
                  <a:srgbClr val="38BDF8"/>
                </a:solidFill>
              </a:defRPr>
            </a:pPr>
            <a:r>
              <a:t>Why Chronos is a Game-Changer for Incident Response Teams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4ADE80"/>
                </a:solidFill>
              </a:defRPr>
            </a:pPr>
            <a:r>
              <a:t>🏆 Key Differentiators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Fixes physical clock skew (47s) and timezones before correlating.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Reduces investigation time from 3-5 days to under 5 seconds.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Eliminates analyst fatigue by isolating the exact 12-event attacker thread.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Cryptographic chain-of-custody ensures court evidence admissibility.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📊 Hackathon Deliverables Delivered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✓ Multi-Format Log Parsers (EVTX, Linux, Apache, Cisco, CloudTrail, Suricata).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✓ Universal UTC &amp; Blind Skew Inference Engine (28/28 Unit Tests Passing).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✓ Interactive Visual Dashboard with Zoomable Timeline and Graph.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✓ Single-Click Executive PDF &amp; CSV Forensic Reports.</a:t>
            </a:r>
          </a:p>
          <a:p>
            <a:pPr>
              <a:spcBef>
                <a:spcPts val="600"/>
              </a:spcBef>
              <a:defRPr sz="1100">
                <a:solidFill>
                  <a:srgbClr val="F1F5F9"/>
                </a:solidFill>
              </a:defRPr>
            </a:pPr>
            <a:r>
              <a:t>•  ✓ Real-Time Live Ingestion Hub &amp; Windows OpenSSH Collector.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